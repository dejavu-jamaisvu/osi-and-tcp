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D52651-C4C5-43A1-B25B-4F2918F60107}">
  <a:tblStyle styleId="{D6D52651-C4C5-43A1-B25B-4F2918F601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0" y="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{D6D52651-C4C5-43A1-B25B-4F2918F60107}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67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memory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OSI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Layer No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TCP/IP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OTHERS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67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Alligator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Application</a:t>
                      </a:r>
                      <a:endParaRPr/>
                    </a:p>
                  </a:txBody>
                  <a:tcPr marT="91425" marB="91425" marR="91425" marL="91425"/>
                </a:tc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L7</a:t>
                      </a:r>
                      <a:endParaRPr/>
                    </a:p>
                  </a:txBody>
                  <a:tcPr marT="91425" marB="91425" marR="91425" marL="91425"/>
                </a:tc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HTTP</a:t>
                      </a:r>
                      <a:endParaRPr/>
                    </a:p>
                  </a:txBody>
                  <a:tcPr marT="91425" marB="91425" marR="91425" marL="91425"/>
                </a:tc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HTTPS, FTP, SSH, LOCO etc…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7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Presentation</a:t>
                      </a:r>
                      <a:endParaRPr/>
                    </a:p>
                  </a:txBody>
                  <a:tcPr marT="91425" marB="91425" marR="91425" marL="91425"/>
                </a:tc>
                <a:tc vMerge="1"/>
                <a:tc vMerge="1"/>
                <a:tc vMerge="1"/>
              </a:tr>
              <a:tr h="67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Steve’s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Session</a:t>
                      </a:r>
                      <a:endParaRPr/>
                    </a:p>
                  </a:txBody>
                  <a:tcPr marT="91425" marB="91425" marR="91425" marL="91425"/>
                </a:tc>
                <a:tc vMerge="1"/>
                <a:tc vMerge="1"/>
                <a:tc vMerge="1"/>
              </a:tr>
              <a:tr h="67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Touch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Transport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L4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TCP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UDP, SCTP,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ICMP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7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Not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Network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L3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IP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IPv6, ARP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7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Do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Data Link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L2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Ethernet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Frame Relay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Please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Physical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L1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